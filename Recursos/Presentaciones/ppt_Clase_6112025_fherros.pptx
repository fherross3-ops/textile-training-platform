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70" r:id="rId11"/>
    <p:sldId id="271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44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0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07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0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07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71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030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0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21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05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95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744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72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95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40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889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01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65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19A07-C3B5-476A-993A-15E839F82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CARTAS DE CONTTROL SHEWART  Tipo I-RM n=2</a:t>
            </a:r>
            <a:endParaRPr lang="es-419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4DFAC-E85F-414F-B509-25FF67B1D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027802"/>
          </a:xfrm>
        </p:spPr>
        <p:txBody>
          <a:bodyPr>
            <a:normAutofit fontScale="92500" lnSpcReduction="20000"/>
          </a:bodyPr>
          <a:lstStyle/>
          <a:p>
            <a:r>
              <a:rPr lang="es-ES" dirty="0" err="1"/>
              <a:t>F.r</a:t>
            </a:r>
            <a:r>
              <a:rPr lang="es-ES" dirty="0"/>
              <a:t>.</a:t>
            </a:r>
          </a:p>
          <a:p>
            <a:r>
              <a:rPr lang="es-ES" dirty="0"/>
              <a:t>2025</a:t>
            </a:r>
          </a:p>
          <a:p>
            <a:r>
              <a:rPr lang="es-ES" dirty="0" err="1"/>
              <a:t>JTX.</a:t>
            </a:r>
            <a:r>
              <a:rPr lang="es-ES" sz="1700" dirty="0" err="1"/>
              <a:t>sA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77494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671D37-0AA0-4060-9F2D-B717EF5A2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680"/>
            <a:ext cx="5895975" cy="5276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3CCC78-165F-425D-A4B7-AF03A303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749" y="1177780"/>
            <a:ext cx="56388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7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CB9C0A-8087-4E7C-B45E-0B0E1113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151942"/>
            <a:ext cx="9373908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4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A3CE6C-959B-4E10-A443-0AA9B13B4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85950"/>
            <a:ext cx="10058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9EC8AA-7469-490E-8B5E-8E3B1CEE4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681"/>
            <a:ext cx="12192000" cy="434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43A6FD-8D68-4298-BE52-3C8A30EE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37" y="0"/>
            <a:ext cx="10393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4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4F728-7D9C-4CBA-BC35-832208CE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94" y="0"/>
            <a:ext cx="7497221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5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06DA3-AA2C-4D58-B3C0-38361C5E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84" y="0"/>
            <a:ext cx="11151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8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2946FF-6681-497D-B2C0-499638EC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9047"/>
            <a:ext cx="1203175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1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680197-C62F-4AF0-A90A-1529C4336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351995"/>
            <a:ext cx="8268854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9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9D720E-2042-40BE-B555-4DBCBF14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718759"/>
            <a:ext cx="8459381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3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2493-5ACF-4239-BC0D-BD3ECACC5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ANALISIS DE CAPACIDAD DE PROCESO</a:t>
            </a:r>
            <a:endParaRPr lang="es-419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2A39A-4506-46B4-A11E-59197C74AC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F.R.</a:t>
            </a:r>
          </a:p>
          <a:p>
            <a:r>
              <a:rPr lang="es-ES" dirty="0"/>
              <a:t>2025</a:t>
            </a:r>
          </a:p>
          <a:p>
            <a:r>
              <a:rPr lang="es-ES" dirty="0"/>
              <a:t>JTX.sa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673366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</TotalTime>
  <Words>30</Words>
  <Application>Microsoft Office PowerPoint</Application>
  <PresentationFormat>Widescreen</PresentationFormat>
  <Paragraphs>8</Paragraphs>
  <Slides>12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CARTAS DE CONTTROL SHEWART  Tipo I-RM n=2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ANALISIS DE CAPACIDAD DE PROCESO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USUARIO</dc:creator>
  <cp:lastModifiedBy>USUARIO</cp:lastModifiedBy>
  <cp:revision>5</cp:revision>
  <dcterms:created xsi:type="dcterms:W3CDTF">2025-11-06T15:37:47Z</dcterms:created>
  <dcterms:modified xsi:type="dcterms:W3CDTF">2025-11-14T12:41:03Z</dcterms:modified>
</cp:coreProperties>
</file>